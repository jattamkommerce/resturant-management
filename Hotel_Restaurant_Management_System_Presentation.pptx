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I'm presenting our comprehensive Hotel &amp; Restaurant Management System (HMS). This project bridges front-of-house customer interactions, real-time kitchen operations, delivery driver tracking, and multi-tenant administrative controls in one modern web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restaurants struggle with disjointed systems. Our platform provides a single source of truth, eliminating expensive aggregator fees and synchronizing orders in real time via WebSockets.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separates presentation, real-time messaging, and transactional data. Notice the heavy emphasis on WebSockets for live status updates across kitchen, waiter, and rider stations.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restaurant tenant operates with strict isolation. A super admin oversees subscription plans, while restaurant admins manage their individual branches, staff, floor plans, and financial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1 revolutionizes dine-in. Customers scan a table QR code and order directly. Waiters receive instant alerts on handheld devices when food is ready or when a customer calls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KDS replaces traditional noisy, jam-prone ticket printers with digital bump bars. Department-based routing ensures the bar only sees drinks and the grill only sees barbecue.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giving up 30% revenue to delivery aggregators, restaurants provide their own URL. Customers authenticate via WhatsApp OTP, pay securely via Razorpay, and track their delivery live on a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standout feature of our codebase is the driver payout controller. It handles rider GPS telemetry, onboarding KYC, delivery confirmation, and automated commission/salary settlement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Restaurant managers have an end-to-end command center. From interactive floor layouts to offline POS billing and automated recipe-based inventory deductions, everything is centralized.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baked in. Tenant isolation is enforced at the database and WebSocket layers. Orders and stock burns execute in atomic database transactions to guarantee data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visualizes the full operational circle: from order placement to kitchen ticket bumping, waiter/rider dispatch, and automatic financial and inventory settlement.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return on investment is immediate. Restaurants recapture substantial revenue lost to 3rd-party aggregators while streamlining table turnover and reducing labor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forward, we have plans for AI-driven inventory forecasting, deeper hotel accommodation and room-service integration, and international enterprise franchise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summary, this system is a cloud-ready, enterprise-grade hospitality platform. We are now ready to demonstrate the live portal across all 5 operational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3840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CLOUD-READY MULTI-TENANT</a:t>
            </a:r>
          </a:p>
          <a:p>
            <a:pPr>
              <a:spcAft>
                <a:spcPts val="1200"/>
              </a:spcAft>
              <a:defRPr sz="3800" b="1">
                <a:solidFill>
                  <a:srgbClr val="F8FAFC"/>
                </a:solidFill>
              </a:defRPr>
            </a:pPr>
            <a:r>
              <a:t>Hotel &amp; Restaurant Management Platform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</a:defRPr>
            </a:pPr>
            <a:r>
              <a:t>Next-Gen Unified Ecosystem for Contactless QR Ordering, Real-Time KDS, Floor Waiters, Driver Dispatch, Offline POS &amp; Multi-Tenant SaaS Governance</a:t>
            </a:r>
          </a:p>
          <a:p>
            <a:pPr>
              <a:defRPr sz="1300" b="1">
                <a:solidFill>
                  <a:srgbClr val="3B82F6"/>
                </a:solidFill>
              </a:defRPr>
            </a:pPr>
            <a:r>
              <a:t>Full Stack Architecture: React 18 · Node.js · Express · Socket.IO · MySQL · Leaflet · Razorpay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HOTEL &amp; RESTAURANT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Overview: Transforming Hospitality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Industry Challenges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High Aggregator Commissions (20-30% loss to 3rd party apps)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Siloed Systems: POS, KOT printing &amp; delivery are disconnected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Slow service &amp; order errors during peak hours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No unified view for multi-branch franchise owners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Our Solution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THE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Unified Multi-Tenant Platform with branded storefronts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Contactless QR Table Ordering with live status &amp; bell paging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Real-time WebSocket KDS with audio cues &amp; ticket bumping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In-house Rider Dispatch with live GPS tracking &amp; salary ledger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Business Impact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MEASURABLE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0% Commission on direct customer orders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35% Faster table turnaround &amp; instant KOT routing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paper waste with digital Kitchen Bump Bars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Complete control over staff, finances &amp; inventory audit 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HOTEL &amp; RESTAURANT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Modern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Frontend Layer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CLIENT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React 18 &amp; Vite for sub-second build &amp; render times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TailwindCSS 3 responsive mobile-first UI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Socket.IO Client for real-time bidirectional events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Leaflet.js for interactive live rider GPS map tracking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Audio Web API for audible KDS order alerts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Lucide React Icons &amp; dynamic QR token generator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Backend &amp; API Layer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CORE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Node.js &amp; Express.js RESTful API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Socket.IO Server with tenant-isolated security rooms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JWT Authentication &amp; role-based middleware (RBAC)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WhatsApp OTP &amp; SMS integration for friction-free logins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Razorpay Payment Gateway SDK for web &amp; QR checkout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Multer storage for menus, branding &amp; receipt uploads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Data &amp; Deployment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DATABASE &amp;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MySQL 8.0 with relational connection pooling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ACID Atomic Transactions for billing &amp; inventory burn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Idempotent schema migrations with indexing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Vercel frontend hosting &amp; Railway cloud backend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Client-Trust security policy across all endpoints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Production sanitization of error logs and stack traces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HOTEL &amp; RESTAURANT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Multi-Tenant Governance &amp; Role-Based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Super Admin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LEVEL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10312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Platform-wide overview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Tenant restaurant provisioning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Subscription tiers &amp; licensing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Global transaction audit logs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Portal: /super-admin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5603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645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Restaurant Admin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LEVEL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331720"/>
            <a:ext cx="210312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Storefront branding &amp; slug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Menu, categories &amp; pricing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Floor plans &amp; table QR setup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POS offline billing &amp; tax setup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Driver payouts &amp; staff RBAC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5603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Staff &amp; Kitchen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LEVEL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210312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Kitchen Display System (KDS)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Station routing (Bar, Grill, etc.)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Waiter handheld table console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Customer paging &amp; bill calls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Bump bar ticket transitions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463040"/>
            <a:ext cx="25603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645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Riders &amp; Customers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LEVEL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331720"/>
            <a:ext cx="210312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Branded customer storefront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Contactless Dine-in QR scan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Driver portal with GPS telemetry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Proof of delivery &amp; tips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Order tracking progress bar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HOTEL &amp; RESTAURANT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1: Contactless QR Dine-In &amp; Waiter Handheld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Customer Contactless Experience (/order/table/:token)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GUEST FRONT-OF-HOUSE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Instant QR scan on tabletop without downloading any app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Encrypted cryptographic table token validates physical presence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Browse dynamic digital menu with high-res photos &amp; dietary tags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Custom food notes (e.g., 'extra spicy', 'no onions', allergen alerts)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One-tap 'Call Waiter' or 'Request Bill' with real-time floor chime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View running table bill &amp; live cooking progress in real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Waiter Handheld Floor Station (/waiter/dashboard)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FLOOR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Mobile-optimized console designed for tablets and smartphones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Color-coded visual table status (Available, Occupied, Billing)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Instant popup &amp; audio alert when kitchen bumps order as 'Ready'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Instant customer assistance notifications with table number badge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Place manual table orders for walk-in guests or update existing bills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Significantly reduces floor staff walking distance and order lag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HOTEL &amp; RESTAURANT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2: Real-Time Kitchen Display System (KDS)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Smart Ticket Routing &amp; Departments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KITCHEN 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Eliminates lost paper KOT slips and thermal printer jams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Automatic ticket splitting across kitchen departments: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Main Kitchen (Curries, Entrees)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Bar &amp; Beverages (Mocktails, Cocktails)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Tandoor &amp; Grill (Breads, Kebabs)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Pastry &amp; Desserts (Sweets, Cakes)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cross-department confusion during peak weekend rushes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Audible notification chime every time a new order lands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Interactive Bump Bar &amp; Prep Timers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CHEF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One-click bump status transitions: Pending → In Preparation → Ready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Visual timer indicators: Green (&lt;10 min), Yellow (10-20 min), Red (&gt;20 min)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Prioritize oldest tickets first to prevent customer dissatisfaction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Live sync: Bumping an item immediately alerts waiter &amp; updates customer UI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Historical average prep time metrics for kitchen efficiency tracking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High-contrast dark mode display optimized for kitchen tablet screens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HOTEL &amp; RESTAURANT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3: Direct-to-Consumer Online Ordering Storefront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Custom Branded Storefront (/restaurant/:slug)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CUSTOMER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White-labeled online ordering portal with custom restaurant branding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Categorized menus, search filters, variants &amp; combo add-ons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Instant WhatsApp OTP authentication for fast login without passwords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Automated delivery zone validation &amp; minimum order restrictions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Integrated Razorpay gateway for UPI, Cards, NetBanking, plus COD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Discount coupon vouchers &amp; promo code validation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Live Order Status &amp; Telemetry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TRACKING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Four-stage live tracker: Order Placed → Kitchen Prep → Out for Delivery → Delivered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WebSocket powered real-time progress updates without page refreshes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Live interactive Leaflet map showing delivery rider's live coordinates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Direct call button to restaurant &amp; assigned delivery rider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Digital invoice generation with downloadable GST breakdown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SMS &amp; WhatsApp notifications at each milestone of the order lifecycle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HOTEL &amp; RESTAURANT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4: Delivery Rider Portal &amp; Driver Payout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Rider Onboarding &amp; Delivery Console (/driver/* &amp; /rider/*)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RIDER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Self-service rider application &amp; document KYC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Active delivery queue with pickup &amp; drop-off address coordinates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GPS Location Streaming: Emits device coordinates to Socket.IO backend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Turn-by-turn navigation link to Google Maps / Leaflet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Proof of delivery confirmation via secure customer OTP or signature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Shift toggle (Online/Offline) to control rider availability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Automated Salary &amp; Payout Ledger (driverPayoutController.js)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FINANCIAL ACCOUNTING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Configurable payout model: Base Salary + Per-Delivery Commission + Tips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Date-driven settlement flow (Daily, Weekly, Monthly cycles)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Live earnings dashboard showing today's deliveries, tips &amp; net payable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Admin review &amp; one-click payout clearance with payment reference IDs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Prevents financial discrepancies with an immutable transaction log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Comprehensive scripts testing driver salary date flows and edge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HOTEL &amp; RESTAURANT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5: Unified Admin Console &amp; Offline POS Billing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Centralized Operations Command (/admin/:slug)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MANAGEMENT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Real-time sales analytics, top-selling dishes, and revenue charts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Interactive Floor Plan Builder: Drag-and-drop table layout management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Dynamic QR Code Generator: Export print-ready high-res table stands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Recipe &amp; Inventory deduction: Stock burns automatically upon order completion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Expiry date tracking, low-stock alerts &amp; raw material wastage audits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Staff Management: Role assignments, shift logs, and permission toggles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Offline POS Mode (/admin/offline/*)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CASHIER &amp; BILLING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High-speed cashier POS designed for fast counter and dine-in billing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Optimized for keyboard shortcuts &amp; barcode / touch item search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Splits bills by item or seat with custom discount percentages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Thermal receipt printing (80mm &amp; 58mm) with customizable header/footer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Calculates CGST/SGST/VAT automatically based on tax rules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Seamless fallback if internet connectivity flickers during 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HOTEL &amp; RESTAURANT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Platform Security, Multi-Tenancy &amp; Data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Zero Client-Trust Security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No restaurantId accepted from client payload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Identity resolved solely from verified JWT session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Prevents tenant data leaks or cross-tenant tampering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Bcrypt salted hashing for all user credentials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CORS &amp; Helmet secure HTTP headers enabled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Tenant-Scoped Sockets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REAL-TIME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WebSocket connections require JWT authorization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Dynamic isolated channels: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restaurant_{id}_admin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restaurant_{id}_kitchen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restaurant_{id}_waiter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driver_{id}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Events broadcast strictly to authorized listeners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ACID Database Transactions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DATA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Atomic transactions prevent partial writes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Order creation + KOT routing + stock burn succeed or roll back together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Prevents double-billing or phantom inventory numbers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Parameterized SQL queries prevent SQL injection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Connection pooling ensures high concurrency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HOTEL &amp; RESTAURANT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Operational Lifecycle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Step 1: Order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GUEST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10312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Customer scans Table QR or visits online storefront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Selects items, modifiers, spice levels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Places order via Razorpay / COD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Instant confirmation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5603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645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Step 2: Kitchen KDS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KITCHEN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331720"/>
            <a:ext cx="210312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Audio chime alerts kitchen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KOT routed to Bar / Kitchen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Chef taps 'Start Prep'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Timer tracks cooking duration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Chef bumps to 'Ready'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5603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Step 3: Service / Dispatch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FLOOR /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210312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Dine-in: Waiter receives alert &amp; serves food to table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Delivery: Rider assigned &amp; accepts dispatch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Live GPS telemetry streams to customer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463040"/>
            <a:ext cx="25603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645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Step 4: Settlement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ADMIN &amp; SETTLEMENT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331720"/>
            <a:ext cx="210312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Table requests bill via QR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Cashier prints tax invoice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Inventory auto-deducted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Driver payout logged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Admin dashboard updates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HOTEL &amp; RESTAURANT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Business Value &amp; Return on Investment (ROI)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Cost Reduction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FINANCIAL GAINS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Eliminate 20-30% food aggregator commission fees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Cut thermal paper and printing maintenance costs by 100%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Reduce food wastage through exact recipe inventory tracking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Fewer order errors and zero misplaced order tickets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Operational Speed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Table turnover rate increases by 25-35%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Average order-to-cook latency cut from 6 mins to instant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Waiters handle 2x more tables with handheld paging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Automated rider dispatch accelerates delivery cycles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Customer Satisfaction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GUEST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Friction-free contactless ordering without waiting for staff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Live transparent GPS tracking of delivery riders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Accurate dietary customizations and allergens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Direct digital feedback and instant bill checkout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HOTEL &amp; RESTAURANT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Future Enhancements &amp; Scalability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AI &amp; Automation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Predictive demand forecasting based on historical sales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AI dynamic pricing recommendations during peak hours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Conversational WhatsApp AI bot for voice/text ordering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Smart kitchen prep pacing based on dining speed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Hotel Accommodation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Unified room booking &amp; table reservation system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Direct room-service ordering charged to hotel room folio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Housekeeping &amp; minibar inventory integration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Keyless digital room check-in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Global Scale &amp; Enterprise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31720"/>
            <a:ext cx="292608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Multi-currency and global payment support (Stripe, Adyen)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Franchise master dashboard for 500+ outlets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Offline-first PWA sync for remote locations with patchy internet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IoT weight sensors for smart bar and beverage taps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HOTEL &amp; RESTAURANT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Project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Key Accomplishments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PROJECT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Complete end-to-end multi-tenant platform built and tested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Full real-time synchronization between 5 distinct portals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Robust financial accounting for driver salaries and taxes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Production-ready deployment config (Railway + Vercel)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Clean, modular codebase ready for enterprise adoption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Ready for Live Demonstration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DEMO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Super Admin Portal: /super-admin (superadmin@gmail.com)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Restaurant Admin: /admin/grand-palace (admin@hotel.com)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Kitchen KDS Display: /kitchen (chef@hotel.com)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Floor Waiter Station: /waiter/dashboard (waiter@hotel.com)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Rider Delivery App: /rider/dashboard (driver@hotel.com)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Customer Table QR: /order/table/:token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F8FAFC"/>
                </a:solidFill>
              </a:defRPr>
            </a:pPr>
            <a:r>
              <a:t>Hotel &amp; Restaurant Management Platform</a:t>
            </a:r>
          </a:p>
          <a:p>
            <a:pPr algn="ctr">
              <a:defRPr sz="1800">
                <a:solidFill>
                  <a:srgbClr val="3B82F6"/>
                </a:solidFill>
              </a:defRPr>
            </a:pPr>
            <a:r>
              <a:t>Questions &amp; Answers / Open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